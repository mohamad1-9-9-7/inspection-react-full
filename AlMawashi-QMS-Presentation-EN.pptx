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2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37099" y="30480"/>
            <a:ext cx="5669280" cy="4754880"/>
          </a:xfrm>
          <a:prstGeom prst="roundRect">
            <a:avLst>
              <a:gd name="adj" fmla="val 7692"/>
            </a:avLst>
          </a:prstGeom>
          <a:solidFill>
            <a:srgbClr val="0F76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171" y="2670048"/>
            <a:ext cx="5120640" cy="4206240"/>
          </a:xfrm>
          <a:prstGeom prst="roundRect">
            <a:avLst>
              <a:gd name="adj" fmla="val 8696"/>
            </a:avLst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4" name="Image 0" descr="C:\Users\moham\AppData\Local\Temp\claude\D--inspection-react-full\ea805443-e362-4539-a734-50dbdf8a38c0\scratchpad\shots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56692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EMIRATES LIVESTOCK TRADING L.L.C.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83080" y="8961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MAWASHI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Product Presentation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ar-SA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Management System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66928" y="4343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QMS · A unified platform for inspection, food safety, compliance &amp; operations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Eng. Mohammed Abdullah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running quality across every branch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system that unifies daily food-safety records, ISO 22000 / HACCP documentation, HSE, training, operations and analytics — fully bilingual (Arabic/English) with fine-grained per-user permissions.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B1525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branches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93008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F766E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30168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records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37376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B1525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74536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forms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81744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F766E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81744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/ EN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18904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425635" y="6422853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secure sign-in for every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9699" y="1453896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 accounts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gets a personal username &amp; password stored in a secure database.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sees only the modules and branches assigned to them.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protection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session timeout, idle-lock, and a read-only mode when needed.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subscription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activation/suspension with an expiry notice page.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7A5DD9DA-A723-4371-A0B3-217D954D86ED}"/>
              </a:ext>
            </a:extLst>
          </p:cNvPr>
          <p:cNvSpPr/>
          <p:nvPr/>
        </p:nvSpPr>
        <p:spPr>
          <a:xfrm>
            <a:off x="9188733" y="6400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launch pad for every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workspace sections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KPI, Inspector, Supervisor, Daily Monitor, ISO/HACCP, HSE, Training and more.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any section by typing — no long navigation.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module cards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opens a dedicated workspace based on the user's access.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clock &amp; status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online status, today's date and a personal greeting.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pillars covering the full quality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Monitoring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food-safety records for every branch.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914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66690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22000 / HACCP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documentation &amp; compliance modules.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7733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871509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Safety &amp; Environment compliance.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quizzes, certificates, gap analysis.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914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066690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cars, maintenance, inventory, health cards.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7733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871509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KPI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 panel, analytics &amp; export.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MONITORING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hub for all company branches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4_daily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branches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sale, Production, Al Warqa Kitchen and FTR trucks.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grouping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Control, Production, POS, Kitchen, Transport — color-coded.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branch → its reports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opens that branch's full report set.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counters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for branches, POS, FTR and kitchen at a glance.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REPORTS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ways to capture a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Per-branch web forms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entry screen per branch with a tab per report type.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914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66690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 pickers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items from a shared catalog to cut data-entry errors.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7733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871509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&amp; file uploads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photos upload to the cloud (Cloudinary), never inline.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import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ready data or move records between devices.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914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5066690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links &amp; QR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evaluations &amp; training quizzes via link/QR, no login.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7733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871509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validation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 (e.g. temperatures) flag out-of-range instantly.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coverage of every control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report types available inside the branches: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468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 temperature control (CCP)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hygiene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cleaning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receiving log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log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2148840"/>
            <a:ext cx="2468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log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 concentration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chicken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 truck pre-loading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(ingredients/packaging)</a:t>
            </a:r>
            <a:endParaRPr lang="en-US" sz="13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shipment receiving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18911" y="1956816"/>
            <a:ext cx="5779008" cy="3653028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8" name="Image 0" descr="C:\Users\moham\AppData\Local\Temp\claude\D--inspection-react-full\ea805443-e362-4539-a734-50dbdf8a38c0\scratchpad\shots\10_pos10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75" y="2011680"/>
            <a:ext cx="5669280" cy="3543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REPORTS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viewer hub per branch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9_qcs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a glance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vs. pending today, this week/month, and all-time totals.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 per report type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Coolers, hygiene, cleaning, receiving… each in its own tab.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status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"Submitted today" or "Not submitted" color badges per type.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refresh
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straight from the server with an instant refresh button.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 DISPLAYED (1)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Control Record (CCP)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19_report_detail_qcs_cool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 header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title &amp; number, issue date, revision, area, issued/approved by.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checklist &amp; corrective actions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limits and the corrective action printed in the record itself.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Per-cooler readings grid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cooler every 2 hours (4 AM–8 PM) with an "all in range" indicator.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archive &amp; print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reports grouped by year, with one-click printing.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 DISPLAYED (2)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Cleaning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18_report_detail_po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checklist table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Sl-No, item, C/NC, observation, informed-to, corrective action.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areas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Hand-washing area, meat-cutting room… clearly grouped.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official form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on-screen view mirrors the approved paper form exactly.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/ JSON &amp; print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record as PDF or JSON, or print it directly.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FIELDS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field designed for audit &amp; compliance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fields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title · No. · issue date · revision · area · issued by · approved by · report date.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83080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5324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969100" y="196596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rows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3612" y="2532888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Sl-No · item · Conform/Non-conform · observation · informed-to · remarks &amp; CA.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43068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4270248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grid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86384" y="4837176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name · allowed range · 2-hourly readings · in/out-of-range status.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5868" y="4087368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5324" y="43068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969100" y="4270248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fields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3612" y="4837176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supplier · shipment · invoice · AWB · status · qty · weight · slaughter date · expiry.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CENTER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visibility over every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3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in one place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reports across POS, QCS, FTR and Production.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needing attention (certs/licenses) ranked by how soon they expire.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data or import a backup in one click.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assistant to query data and help with tasks.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22000 &amp; HACCP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food-safety command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5_iso_hac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integrated modules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 manual, food-safety policy, risk &amp; opportunity registers.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review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audit, Management Review Meeting (MRM), CCP monitoring.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calibration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&amp; real recall, internal and external calibration logs.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suppliers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register, complaints, supplier approval/evaluation, legal register.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session to a certificate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7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sessions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session, attach the question bank, save it online.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quizzes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participants, run quizzes, and track pass-rate KPIs.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required training per branch and per month.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&amp; gap analysis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with QR verification, plus coverage &amp; pass-rate analysis.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MODULES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food safety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cards (OHC)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track worker occupational health cards.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914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066690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returns, ENOC, and customer returns.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7733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871509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 &amp; fleet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log, cleaning, approvals &amp; fleet KPIs.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requests tracked to closure.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914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66690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final product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inventory and finished-product entry.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7733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871509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receiving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Raw-material inspection &amp; supplier shipment receiving.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ANALYTICS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performance across every branch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13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overall summary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forms, types used, active branches, today's reports and totals.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Per-branch activity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per branch: report count, last submission and active forms.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filtering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results to a specific date range.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Arabic dashboard ( English also )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Arabic RTL interface with JSON export.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EXPORT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in any format you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official-looking record, audit-ready.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914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066690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sheets that mirror the on-screen view exactly.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7733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871509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data and move it between devices.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printing in the approved form layout.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914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66690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codes for certificates &amp; supplier evals.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7733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871509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database export &amp; restore.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 and to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access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control of modules, branches and create/edit/delete rights.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914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66690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controls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mode, session timeout, idle-lock and delete protection.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7733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871509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live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a managed server running 24/7.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(Windows) and a web app from any browser.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914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066690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picker to run more than one entity on one system.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7733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871509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images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photos stored in the cloud for speed and lighter payloads.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quality needs, in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04511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8_all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all-in-one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monitoring + ISO/HACCP + HSE + training + operations + analytics together.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design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with full right-to-left support.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ISO 22000/HACCP and local UAE regulations.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production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 29 branches and thousands of live records today.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360" y="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0F766E">
              <a:alpha val="20000"/>
            </a:srgbClr>
          </a:solidFill>
          <a:ln/>
        </p:spPr>
      </p:sp>
      <p:pic>
        <p:nvPicPr>
          <p:cNvPr id="3" name="Image 0" descr="C:\Users\moham\AppData\Local\Temp\claude\D--inspection-react-full\ea805443-e362-4539-a734-50dbdf8a38c0\scratchpad\shots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raise the bar on quality — together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66928" y="39776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live demo and tailoring the system to your organization.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Eng. Mohammed Abdullah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1667</Words>
  <Application>Microsoft Office PowerPoint</Application>
  <PresentationFormat>Widescreen</PresentationFormat>
  <Paragraphs>284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MOHAMAD</cp:lastModifiedBy>
  <cp:revision>11</cp:revision>
  <dcterms:created xsi:type="dcterms:W3CDTF">2026-07-02T19:23:36Z</dcterms:created>
  <dcterms:modified xsi:type="dcterms:W3CDTF">2026-07-03T10:18:49Z</dcterms:modified>
</cp:coreProperties>
</file>