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0C2C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B4F8C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657600"/>
            <a:ext cx="2286000" cy="2286000"/>
          </a:xfrm>
          <a:prstGeom prst="ellipse">
            <a:avLst/>
          </a:prstGeom>
          <a:solidFill>
            <a:srgbClr val="00C2C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52744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0"/>
            <a:ext cx="45720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05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47472" y="2496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M 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7472" y="3108960"/>
            <a:ext cx="1280160" cy="36576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3218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إدارة الجودة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" y="4434840"/>
            <a:ext cx="1005840" cy="292608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4434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4462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080" y="8229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Redefined.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069080" y="2423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inspection &amp; compliance platform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natively for the MENA region — Arabic-first,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AI-powered, cloud-native.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069080" y="3703320"/>
            <a:ext cx="1417320" cy="100584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9" name="Text 17"/>
          <p:cNvSpPr/>
          <p:nvPr/>
        </p:nvSpPr>
        <p:spPr>
          <a:xfrm>
            <a:off x="4069080" y="373075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069080" y="4325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3703320"/>
            <a:ext cx="1417320" cy="100584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373075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69280" y="4325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69480" y="3703320"/>
            <a:ext cx="1417320" cy="100584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373075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AR/EN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69480" y="4325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Pitch Deck · 2025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—  Food Safety Management Is Broken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food businesses across the region face these challenges: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26517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89888"/>
            <a:ext cx="2651760" cy="64008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7276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&amp; Scattered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 done on paper forms, spread across emails and WhatsApp groups. No single source of truth.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389888"/>
            <a:ext cx="26517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89888"/>
            <a:ext cx="2651760" cy="6400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57276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29000" y="22128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Real-Time Visibility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9000" y="276148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can't see what's happening across branches. Issues are discovered after the damage is done.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89888"/>
            <a:ext cx="26517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389888"/>
            <a:ext cx="2651760" cy="64008"/>
          </a:xfrm>
          <a:prstGeom prst="rect">
            <a:avLst/>
          </a:prstGeom>
          <a:solidFill>
            <a:srgbClr val="E84B4B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57276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263640" y="22128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 &amp; Fines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76148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audits (SFDA, Dubai Municipality, MOMRA) catch violations that could have been prevented digitally.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InspectPro QMS  —  One Platform, Full Control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64008" cy="384048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QMS Solution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InspectPro QMS replaces every clipboard, spreadsheet, and WhatsApp message with a unified, intelligent digital platform.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" y="2386584"/>
            <a:ext cx="164592" cy="16459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50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specialized inspection &amp; quality modules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" y="2724912"/>
            <a:ext cx="164592" cy="16459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883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multi-branch monitoring dashboard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" y="3063240"/>
            <a:ext cx="164592" cy="16459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26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anomaly detection &amp; alerts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" y="3401568"/>
            <a:ext cx="164592" cy="16459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64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&amp; English — built in, not bolted 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" y="3739896"/>
            <a:ext cx="164592" cy="16459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SaaS — zero IT overhead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" y="4078224"/>
            <a:ext cx="164592" cy="16459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41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audit-ready PDF reports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114800" cy="3840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914400"/>
            <a:ext cx="41148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1887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466344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InspectPro Dashboard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2880360"/>
            <a:ext cx="1188720" cy="86868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9077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00600" y="3383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1188720" cy="86868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29077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2min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26480" y="3383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52360" y="2880360"/>
            <a:ext cx="1188720" cy="86868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3" name="Text 31"/>
          <p:cNvSpPr/>
          <p:nvPr/>
        </p:nvSpPr>
        <p:spPr>
          <a:xfrm>
            <a:off x="7452360" y="29077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452360" y="3383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63440" y="3886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daily cleaning logs to full audit trails — InspectPro handles it all.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Pillars  —  14 Modules, One Ecosystem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pillars covering every dimension of food safety &amp; quality management: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61872"/>
            <a:ext cx="265176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61288" y="1389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Dashboards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 across all locations in one 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1261872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61872"/>
            <a:ext cx="265176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950208" y="1389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HACCP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logs, alerts &amp; corrective action flows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1261872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261872"/>
            <a:ext cx="265176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🧹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39128" y="1389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 &amp; Hygiene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cleaning &amp; personal hygiene inspection forms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017520"/>
            <a:ext cx="265176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1272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🐛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161288" y="31455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Control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6758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visits, findings &amp; eradication tracking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3017520"/>
            <a:ext cx="265176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1272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950208" y="31455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&amp; Traceability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6758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logs, batch tracking &amp; recall readiness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8932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3017520"/>
            <a:ext cx="265176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31272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739128" y="31455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LMS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26480" y="36758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Module-based staff training with compliance scoring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988052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 more modules: NCR, CAPA, Document Control, Audit Management, Supplier Portal, Analytics &amp; more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  —  Built for Food &amp; Hospitality Businesses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InspectPro QMS serves any multi-branch operation that needs to manage food safety &amp; quality compliance: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0574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205740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🍔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&amp; QSR Chains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9768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 to 500+ outlets — standardize quality across every branch.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1783080" cy="6858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in GCC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87168" y="1298448"/>
            <a:ext cx="20574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1298448"/>
            <a:ext cx="2057400" cy="50292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624328" y="21214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Production &amp; FMCG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96896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HACCP, traceability, supplier management &amp; regulatory compliance.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24328" y="3703320"/>
            <a:ext cx="1783080" cy="6858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2624328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SFDA &amp; MOMRA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built-in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54296" y="1298448"/>
            <a:ext cx="20574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54296" y="1298448"/>
            <a:ext cx="2057400" cy="502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23" name="Text 21"/>
          <p:cNvSpPr/>
          <p:nvPr/>
        </p:nvSpPr>
        <p:spPr>
          <a:xfrm>
            <a:off x="4654296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🏨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791456" y="21214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Hospitality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64024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hygiene, receiving logs &amp; audit prep for 5-star standards.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91456" y="3703320"/>
            <a:ext cx="1783080" cy="6858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22000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21424" y="1298448"/>
            <a:ext cx="20574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21424" y="1298448"/>
            <a:ext cx="2057400" cy="50292"/>
          </a:xfrm>
          <a:prstGeom prst="rect">
            <a:avLst/>
          </a:prstGeom>
          <a:solidFill>
            <a:srgbClr val="0EA472"/>
          </a:solidFill>
          <a:ln/>
        </p:spPr>
      </p:sp>
      <p:sp>
        <p:nvSpPr>
          <p:cNvPr id="30" name="Text 28"/>
          <p:cNvSpPr/>
          <p:nvPr/>
        </p:nvSpPr>
        <p:spPr>
          <a:xfrm>
            <a:off x="6821424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🍽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958584" y="21214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&amp; Cloud Kitchens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31152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SaaS model scales with seasonal volume &amp; multiple concepts.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58584" y="3703320"/>
            <a:ext cx="1783080" cy="6858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6958584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24hr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 —  A Multi-Billion Dollar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64008" cy="80467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2412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65960" y="10241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food safety market by 2028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947672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47672"/>
            <a:ext cx="64008" cy="804672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8424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65960" y="19842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market growth (CAGR)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07792"/>
            <a:ext cx="64008" cy="80467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4436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180K+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65960" y="29443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businesses in GCC region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867912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867912"/>
            <a:ext cx="64008" cy="804672"/>
          </a:xfrm>
          <a:prstGeom prst="rect">
            <a:avLst/>
          </a:prstGeom>
          <a:solidFill>
            <a:srgbClr val="0EA47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044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965960" y="390448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today — the gap is massive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Market Digitization Gap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822960" cy="246888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920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1339596"/>
            <a:ext cx="822960" cy="25923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1828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Market)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959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3959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1463040"/>
            <a:ext cx="1691640" cy="2468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15727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2304288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Arabic-native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SaaS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region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 —  Why InspectPro Wins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377440" cy="5120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5156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33472" y="1051560"/>
            <a:ext cx="1874520" cy="5120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9" name="Text 7"/>
          <p:cNvSpPr/>
          <p:nvPr/>
        </p:nvSpPr>
        <p:spPr>
          <a:xfrm>
            <a:off x="2633472" y="105156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InspectPro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35424" y="1051560"/>
            <a:ext cx="1828800" cy="5120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10515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MasterControl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91656" y="1051560"/>
            <a:ext cx="1828800" cy="5120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6391656" y="10515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Veeva / ETQ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1563624"/>
            <a:ext cx="237744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5636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Arabic-Native UI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33472" y="1563624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2724912" y="156362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 RTL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35424" y="1563624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19" name="Text 17"/>
          <p:cNvSpPr/>
          <p:nvPr/>
        </p:nvSpPr>
        <p:spPr>
          <a:xfrm>
            <a:off x="4626864" y="15636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English Only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91656" y="1563624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21" name="Text 19"/>
          <p:cNvSpPr/>
          <p:nvPr/>
        </p:nvSpPr>
        <p:spPr>
          <a:xfrm>
            <a:off x="6483096" y="15636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English Only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8600" y="2075688"/>
            <a:ext cx="23774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0756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Regulatory Modules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633472" y="2075688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2724912" y="207568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SFDA, MOMRA, DM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35424" y="2075688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626864" y="20756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Western focused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91656" y="2075688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83096" y="20756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Western focused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28600" y="2587752"/>
            <a:ext cx="237744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5877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633472" y="2587752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2724912" y="258775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$99/mo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35424" y="2587752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35" name="Text 33"/>
          <p:cNvSpPr/>
          <p:nvPr/>
        </p:nvSpPr>
        <p:spPr>
          <a:xfrm>
            <a:off x="4626864" y="258775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$2,000+/mo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91656" y="2587752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37" name="Text 35"/>
          <p:cNvSpPr/>
          <p:nvPr/>
        </p:nvSpPr>
        <p:spPr>
          <a:xfrm>
            <a:off x="6483096" y="258775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$3,000+/mo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28600" y="3099816"/>
            <a:ext cx="23774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30998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Time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633472" y="3099816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1" name="Text 39"/>
          <p:cNvSpPr/>
          <p:nvPr/>
        </p:nvSpPr>
        <p:spPr>
          <a:xfrm>
            <a:off x="2724912" y="309981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 hours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35424" y="3099816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626864" y="309981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91656" y="3099816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83096" y="309981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28600" y="3611880"/>
            <a:ext cx="237744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36118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633472" y="3611880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9" name="Text 47"/>
          <p:cNvSpPr/>
          <p:nvPr/>
        </p:nvSpPr>
        <p:spPr>
          <a:xfrm>
            <a:off x="2724912" y="361188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Built-in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535424" y="3611880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51" name="Text 49"/>
          <p:cNvSpPr/>
          <p:nvPr/>
        </p:nvSpPr>
        <p:spPr>
          <a:xfrm>
            <a:off x="4626864" y="361188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391656" y="3611880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53" name="Text 51"/>
          <p:cNvSpPr/>
          <p:nvPr/>
        </p:nvSpPr>
        <p:spPr>
          <a:xfrm>
            <a:off x="6483096" y="361188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28600" y="4123944"/>
            <a:ext cx="23774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412394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Focus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633472" y="4123944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7" name="Text 55"/>
          <p:cNvSpPr/>
          <p:nvPr/>
        </p:nvSpPr>
        <p:spPr>
          <a:xfrm>
            <a:off x="2724912" y="412394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Purpose-built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535424" y="4123944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4626864" y="412394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QMS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391656" y="4123944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83096" y="412394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QMS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228600" y="4636008"/>
            <a:ext cx="237744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63" name="Text 61"/>
          <p:cNvSpPr/>
          <p:nvPr/>
        </p:nvSpPr>
        <p:spPr>
          <a:xfrm>
            <a:off x="320040" y="463600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Mobile Support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2633472" y="4636008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5" name="Text 63"/>
          <p:cNvSpPr/>
          <p:nvPr/>
        </p:nvSpPr>
        <p:spPr>
          <a:xfrm>
            <a:off x="2724912" y="463600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Mobile-first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535424" y="4636008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67" name="Text 65"/>
          <p:cNvSpPr/>
          <p:nvPr/>
        </p:nvSpPr>
        <p:spPr>
          <a:xfrm>
            <a:off x="4626864" y="46360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focus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6391656" y="4636008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69" name="Text 67"/>
          <p:cNvSpPr/>
          <p:nvPr/>
        </p:nvSpPr>
        <p:spPr>
          <a:xfrm>
            <a:off x="6483096" y="46360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focus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MENA Region  —  Not Translated, Native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64008" cy="1170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7218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right-to-left UI, Arabic typography, and Arabic-language reports — not an afterthought.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64008" cy="1170432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3212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Compliance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47218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aligned with SFDA (KSA), Dubai Municipality, MOMRA, and Gulf food safety codes.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86000"/>
            <a:ext cx="64008" cy="117043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43000" y="2377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7980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anomaly detection, predictive alerts, and auto-generated corrective action suggestions.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28600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286000"/>
            <a:ext cx="64008" cy="1170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32120" y="2377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SaaS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27980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manage. Scales from 1 to 1,000 branches. 99.9% uptime SLA.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361188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611880"/>
            <a:ext cx="64008" cy="1170432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43000" y="3703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Inspections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1239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 complete checklists on any device, online or offline, with photo evidence capture.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61188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611880"/>
            <a:ext cx="64008" cy="117043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532120" y="3703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32120" y="41239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compliant, data residency in the Gulf, role-based access, full audit logs.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—  SaaS Plans for Every Stage of Growth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pricing. No surprise costs. Cancel anytime.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670048" cy="3493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2670048" cy="64008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389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" y="1783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417320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branch · Up to 10 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42316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" y="2862072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3464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inspection modules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3191256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6382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reports &amp; logs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3520440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9300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3849624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22192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analytics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1261872"/>
            <a:ext cx="2670048" cy="3493008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1261872"/>
            <a:ext cx="2670048" cy="6400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24" name="Shape 22"/>
          <p:cNvSpPr/>
          <p:nvPr/>
        </p:nvSpPr>
        <p:spPr>
          <a:xfrm>
            <a:off x="3794760" y="1060704"/>
            <a:ext cx="1389888" cy="27432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25" name="Text 23"/>
          <p:cNvSpPr/>
          <p:nvPr/>
        </p:nvSpPr>
        <p:spPr>
          <a:xfrm>
            <a:off x="3794760" y="106070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19272" y="1389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19272" y="1783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4251960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branches · 50 users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2743200"/>
            <a:ext cx="2423160" cy="2743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1" name="Shape 29"/>
          <p:cNvSpPr/>
          <p:nvPr/>
        </p:nvSpPr>
        <p:spPr>
          <a:xfrm>
            <a:off x="3364992" y="2862072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283464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modules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64992" y="3191256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34" name="Text 32"/>
          <p:cNvSpPr/>
          <p:nvPr/>
        </p:nvSpPr>
        <p:spPr>
          <a:xfrm>
            <a:off x="3566160" y="316382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64992" y="3520440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349300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&amp; onboarding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64992" y="3849624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3822192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&amp; export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64992" y="4178808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40" name="Text 38"/>
          <p:cNvSpPr/>
          <p:nvPr/>
        </p:nvSpPr>
        <p:spPr>
          <a:xfrm>
            <a:off x="3566160" y="4151376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 templates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89320" y="1261872"/>
            <a:ext cx="2670048" cy="3493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89320" y="1261872"/>
            <a:ext cx="2670048" cy="6400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43" name="Text 41"/>
          <p:cNvSpPr/>
          <p:nvPr/>
        </p:nvSpPr>
        <p:spPr>
          <a:xfrm>
            <a:off x="6153912" y="1389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153912" y="1783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3800" dirty="0"/>
          </a:p>
        </p:txBody>
      </p:sp>
      <p:sp>
        <p:nvSpPr>
          <p:cNvPr id="45" name="Text 43"/>
          <p:cNvSpPr/>
          <p:nvPr/>
        </p:nvSpPr>
        <p:spPr>
          <a:xfrm>
            <a:off x="7086600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126480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branches &amp; users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0" y="2743200"/>
            <a:ext cx="242316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8" name="Shape 46"/>
          <p:cNvSpPr/>
          <p:nvPr/>
        </p:nvSpPr>
        <p:spPr>
          <a:xfrm>
            <a:off x="6199632" y="2862072"/>
            <a:ext cx="128016" cy="128016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283464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option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99632" y="3191256"/>
            <a:ext cx="128016" cy="128016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316382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99632" y="3520440"/>
            <a:ext cx="128016" cy="128016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0" y="349300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99632" y="3849624"/>
            <a:ext cx="128016" cy="128016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0" y="3822192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training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99632" y="4178808"/>
            <a:ext cx="128016" cy="128016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0" y="4151376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99.9% + data residency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9" name="Text 57"/>
          <p:cNvSpPr/>
          <p:nvPr/>
        </p:nvSpPr>
        <p:spPr>
          <a:xfrm>
            <a:off x="0" y="4988052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include: free setup, data migration support, and a 14-day free trial.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Roadmap  —  12-Month Launch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13816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2240280"/>
            <a:ext cx="329184" cy="32918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987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1298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Public SaaS launch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First 20 paying customers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" y="3538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KSA &amp; UAE focus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" y="3959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Starter &amp; Pro plans live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1832" y="2377440"/>
            <a:ext cx="1892808" cy="54864"/>
          </a:xfrm>
          <a:prstGeom prst="rect">
            <a:avLst/>
          </a:prstGeom>
          <a:solidFill>
            <a:srgbClr val="00C2CB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70048" y="2240280"/>
            <a:ext cx="329184" cy="329184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6" name="Text 14"/>
          <p:cNvSpPr/>
          <p:nvPr/>
        </p:nvSpPr>
        <p:spPr>
          <a:xfrm>
            <a:off x="2148840" y="987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1298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 customers target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Partner channel program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538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Enterprise tier launch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959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Bahrain &amp; Kuwait expansion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99232" y="2377440"/>
            <a:ext cx="1892808" cy="54864"/>
          </a:xfrm>
          <a:prstGeom prst="rect">
            <a:avLst/>
          </a:prstGeom>
          <a:solidFill>
            <a:srgbClr val="FFB400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27448" y="2240280"/>
            <a:ext cx="329184" cy="329184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987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1298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6052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100 customers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520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features v2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60520" y="3538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Marketplace integrations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60520" y="3959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Jordan &amp; Egypt markets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56632" y="2377440"/>
            <a:ext cx="1892808" cy="54864"/>
          </a:xfrm>
          <a:prstGeom prst="rect">
            <a:avLst/>
          </a:prstGeom>
          <a:solidFill>
            <a:srgbClr val="1B4F8C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784848" y="2240280"/>
            <a:ext cx="329184" cy="329184"/>
          </a:xfrm>
          <a:prstGeom prst="ellipse">
            <a:avLst/>
          </a:prstGeom>
          <a:solidFill>
            <a:srgbClr val="0EA472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987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1298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250 customers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White-label partner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538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Series A fundraise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959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Pan-MENA coverage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5486400" cy="5486400"/>
          </a:xfrm>
          <a:prstGeom prst="ellipse">
            <a:avLst/>
          </a:prstGeom>
          <a:solidFill>
            <a:srgbClr val="00C2C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B4F8C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Digitize Your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MENA region's quality revolution.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demo and see InspectPro QMS in action today.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246120"/>
            <a:ext cx="2011680" cy="5029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Demo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3246120"/>
            <a:ext cx="2011680" cy="502920"/>
          </a:xfrm>
          <a:prstGeom prst="rect">
            <a:avLst/>
          </a:prstGeom>
          <a:solidFill>
            <a:srgbClr val="1527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4069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www.inspectpro.io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4069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hello@inspectpro.io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4069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+966 5X XXX XXXX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InspectPro QMS ·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InspectPro QMS - SaaS Pitch Deck 2025</dc:title>
  <dc:subject>PptxGenJS Presentation</dc:subject>
  <dc:creator>InspectPro QMS</dc:creator>
  <cp:lastModifiedBy>InspectPro QMS</cp:lastModifiedBy>
  <cp:revision>1</cp:revision>
  <dcterms:created xsi:type="dcterms:W3CDTF">2026-06-13T13:35:41Z</dcterms:created>
  <dcterms:modified xsi:type="dcterms:W3CDTF">2026-06-13T13:35:41Z</dcterms:modified>
</cp:coreProperties>
</file>